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374" r:id="rId5"/>
    <p:sldId id="372" r:id="rId6"/>
    <p:sldId id="373" r:id="rId7"/>
    <p:sldId id="3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" name="Date Placeholder 2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4" name="Footer Placeholder 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png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themeOverride" Target="../theme/themeOverride1.xml"/><Relationship Id="rId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hemeOverride" Target="../theme/themeOverride2.xml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hemeOverride" Target="../theme/themeOverride3.xml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hemeOverride" Target="../theme/themeOverride4.xml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hemeOverride" Target="../theme/themeOverride5.xml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840362" y="3057378"/>
            <a:ext cx="11037605" cy="14493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DOMAIN:</a:t>
            </a:r>
            <a:r>
              <a:rPr lang="en-IN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Full-Stack Web Development (FastAPI + React)</a:t>
            </a:r>
            <a:endParaRPr 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 TITLE: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I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MediCore - Hospital Management System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SUBMISSION:</a:t>
            </a:r>
            <a:r>
              <a:rPr lang="en-IN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Web Programming Lab Project - 2026</a:t>
            </a:r>
            <a:endParaRPr lang="en-IN" altLang="en-US" sz="2000" b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Box 1"/>
          <p:cNvSpPr txBox="1">
            <a:spLocks noChangeArrowheads="1"/>
          </p:cNvSpPr>
          <p:nvPr/>
        </p:nvSpPr>
        <p:spPr bwMode="auto">
          <a:xfrm>
            <a:off x="7398328" y="5228206"/>
            <a:ext cx="4479639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Sakethram B S</a:t>
            </a:r>
            <a:endParaRPr lang="en-IN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 NO: 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241901094</a:t>
            </a: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IN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itle 1"/>
          <p:cNvSpPr txBox="1"/>
          <p:nvPr/>
        </p:nvSpPr>
        <p:spPr>
          <a:xfrm>
            <a:off x="708891" y="1213137"/>
            <a:ext cx="10515600" cy="1060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Computer Science and Engineering </a:t>
            </a:r>
            <a:endParaRPr lang="en-IN" sz="32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(Cyber Security)</a:t>
            </a:r>
            <a:endParaRPr lang="en-IN" sz="32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39" y="194915"/>
            <a:ext cx="2689499" cy="86877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THE PROJECT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651" y="1800000"/>
            <a:ext cx="6950000" cy="4300000"/>
          </a:xfrm>
        </p:spPr>
        <p:txBody>
          <a:bodyPr/>
          <a:lstStyle/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Abstract: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MediCore is a full-stack hospital management system that runs ten connected modules behind one dashboard, built on React, FastAPI and SQLite.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Problem: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Hospital work is split across paper files, registers and separate tools, so patient, billing and bed information is slow to find and easy to get wrong.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Solution: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One web application where each role signs in and sees only its own modules, from patients and appointments to billing, beds and pharmacy.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Data Integrity: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Invoice totals are calculated on the backend with exact decimal money, double-booking is rejected and stock can never go negative.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Security: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Argon2 password hashing, JWT login with expiry, and seven roles whose permissions are enforced by the backend, not just hidden in the menu.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Privacy: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Only fictional demo data is used; audit logs record key actions without storing passwords, tokens or full clinical records.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Key Takeaway: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MediCore is a self-contained, zero-cost college prototype (SQLite, no paid services) and not a production hospital system.</a:t>
            </a:r>
          </a:p>
        </p:txBody>
      </p:sp>
      <p:pic>
        <p:nvPicPr>
          <p:cNvPr id="4" name="Picture 3" descr="Architecture: React frontend, FastAPI backend, SQLite databas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000" y="1800000"/>
            <a:ext cx="3470000" cy="2060312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950000" y="3890312"/>
            <a:ext cx="3470000" cy="2600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100" i="1">
                <a:solidFill>
                  <a:srgbClr val="002060"/>
                </a:solidFill>
                <a:latin typeface="Times New Roman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0000" y="4500000"/>
            <a:ext cx="1080000" cy="800000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anchor="ctr" lIns="40000" rIns="40000" tIns="20000" bIns="20000">
            <a:spAutoFit/>
          </a:bodyPr>
          <a:lstStyle/>
          <a:p>
            <a:pPr algn="ctr"/>
            <a:r>
              <a:rPr sz="2400" b="1">
                <a:solidFill>
                  <a:srgbClr val="C00000"/>
                </a:solidFill>
                <a:latin typeface="Times New Roman"/>
              </a:rPr>
              <a:t>10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5000" y="4500000"/>
            <a:ext cx="1080000" cy="800000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anchor="ctr" lIns="40000" rIns="40000" tIns="20000" bIns="20000">
            <a:spAutoFit/>
          </a:bodyPr>
          <a:lstStyle/>
          <a:p>
            <a:pPr algn="ctr"/>
            <a:r>
              <a:rPr sz="2400" b="1">
                <a:solidFill>
                  <a:srgbClr val="C00000"/>
                </a:solidFill>
                <a:latin typeface="Times New Roman"/>
              </a:rPr>
              <a:t>7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user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0000" y="4500000"/>
            <a:ext cx="1080000" cy="800000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anchor="ctr" lIns="40000" rIns="40000" tIns="20000" bIns="20000">
            <a:spAutoFit/>
          </a:bodyPr>
          <a:lstStyle/>
          <a:p>
            <a:pPr algn="ctr"/>
            <a:r>
              <a:rPr sz="2400" b="1">
                <a:solidFill>
                  <a:srgbClr val="C00000"/>
                </a:solidFill>
                <a:latin typeface="Times New Roman"/>
              </a:rPr>
              <a:t>1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dashboard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OBJECTIVE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651" y="1800000"/>
            <a:ext cx="6950000" cy="4300000"/>
          </a:xfrm>
        </p:spPr>
        <p:txBody>
          <a:bodyPr/>
          <a:lstStyle/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Problem: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Hospital records, appointments, bills, beds and medicines are managed on paper or in disconnected tools, so errors and delays are common.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Defect:</a:t>
            </a:r>
          </a:p>
          <a:p>
            <a:pPr marL="228600" indent="-228600" algn="just">
              <a:spcBef>
                <a:spcPct val="6000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Paper records make a patient's history slow to find and easy to lose.</a:t>
            </a:r>
          </a:p>
          <a:p>
            <a:pPr marL="228600" indent="-228600" algn="just">
              <a:spcBef>
                <a:spcPct val="6000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Manual appointment books allow two bookings for one doctor at the same time.</a:t>
            </a:r>
          </a:p>
          <a:p>
            <a:pPr marL="228600" indent="-228600" algn="just">
              <a:spcBef>
                <a:spcPct val="6000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Hand-written bills and stock registers cause calculation and stock errors.</a:t>
            </a:r>
          </a:p>
          <a:p>
            <a:pPr marL="228600" indent="-228600" algn="just">
              <a:spcBef>
                <a:spcPct val="6000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Beds, lab orders and medicines are tracked in separate places.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Objective:</a:t>
            </a:r>
          </a:p>
          <a:p>
            <a:pPr marL="228600" indent="-228600" algn="just">
              <a:spcBef>
                <a:spcPct val="6000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Unify ten hospital modules behind one dashboard driven by live SQL queries.</a:t>
            </a:r>
          </a:p>
          <a:p>
            <a:pPr marL="228600" indent="-228600" algn="just">
              <a:spcBef>
                <a:spcPct val="6000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Enforce role-based access on the backend for all seven roles.</a:t>
            </a:r>
          </a:p>
          <a:p>
            <a:pPr marL="228600" indent="-228600" algn="just">
              <a:spcBef>
                <a:spcPct val="6000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Keep money, beds and stock consistent using database transactions.</a:t>
            </a:r>
          </a:p>
          <a:p>
            <a:pPr marL="228600" indent="-228600" algn="just">
              <a:spcBef>
                <a:spcPct val="6000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Keep an audit history and state the prototype's limits honestly.</a:t>
            </a:r>
          </a:p>
        </p:txBody>
      </p:sp>
      <p:pic>
        <p:nvPicPr>
          <p:cNvPr id="4" name="Picture 3" descr="The ten MediCore modul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000" y="1800000"/>
            <a:ext cx="3470000" cy="2060312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950000" y="3890312"/>
            <a:ext cx="3470000" cy="2600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100" i="1">
                <a:solidFill>
                  <a:srgbClr val="002060"/>
                </a:solidFill>
                <a:latin typeface="Times New Roman"/>
              </a:rPr>
              <a:t>The ten connected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0000" y="4300000"/>
            <a:ext cx="3470000" cy="950000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anchor="ctr" lIns="40000" rIns="40000" tIns="20000" bIns="20000">
            <a:spAutoFit/>
          </a:bodyPr>
          <a:lstStyle/>
          <a:p>
            <a:pPr algn="ctr"/>
            <a:r>
              <a:rPr sz="1300" b="1">
                <a:solidFill>
                  <a:srgbClr val="002060"/>
                </a:solidFill>
                <a:latin typeface="Times New Roman"/>
              </a:rPr>
              <a:t>Unique IDs: PAT-, APT-, INV-, ADM-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followed by year and number, e.g. PAT-YYYY-0001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TOOLS, TECHNOLOGIES AND IMPLEMENTATION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651" y="1800000"/>
            <a:ext cx="6950000" cy="4300000"/>
          </a:xfrm>
        </p:spPr>
        <p:txBody>
          <a:bodyPr/>
          <a:lstStyle/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Frontend: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React with Vite, React Router, Axios, Context API and Recharts, styled with custom CSS variables and responsive layouts.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Backend: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FastAPI with Pydantic validation, a service layer for business rules, SQLAlchemy ORM and JWT login with Argon2 hashing.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Database: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SQLite relational tables for all ten modules, with foreign keys enforced, UTC timestamps and Decimal-safe money.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Testing: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Pytest with FastAPI TestClient checks login, permissions, booking, billing, beds and stock.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Implementation Workflow: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Step 1: The user signs in; the API returns a JWT and React shows only allowed pages.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Step 2: Each Axios call carries the token; FastAPI checks the role before the route runs.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Step 3: Pydantic validates the input and a service function applies the business rules.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Step 4: SQLAlchemy saves the change in one transaction and writes an audit log entry.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Step 5: The dashboard reads fresh SQL totals, so counts update after each action.</a:t>
            </a:r>
          </a:p>
        </p:txBody>
      </p:sp>
      <p:pic>
        <p:nvPicPr>
          <p:cNvPr id="4" name="Picture 3" descr="Technology stack overvie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000" y="1800000"/>
            <a:ext cx="3470000" cy="2060312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950000" y="3890312"/>
            <a:ext cx="3470000" cy="2600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100" i="1">
                <a:solidFill>
                  <a:srgbClr val="002060"/>
                </a:solidFill>
                <a:latin typeface="Times New Roman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0000" y="4300000"/>
            <a:ext cx="1080000" cy="800000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anchor="ctr" lIns="40000" rIns="40000" tIns="20000" bIns="20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Times New Roman"/>
              </a:rPr>
              <a:t>Pytest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automated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5000" y="4300000"/>
            <a:ext cx="1080000" cy="800000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anchor="ctr" lIns="40000" rIns="40000" tIns="20000" bIns="20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Times New Roman"/>
              </a:rPr>
              <a:t>Swagger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API docs at /docs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0000" y="4300000"/>
            <a:ext cx="1080000" cy="800000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anchor="ctr" lIns="40000" rIns="40000" tIns="20000" bIns="20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Times New Roman"/>
              </a:rPr>
              <a:t>SQLite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zero-cost storage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651" y="1800000"/>
            <a:ext cx="6950000" cy="4300000"/>
          </a:xfrm>
        </p:spPr>
        <p:txBody>
          <a:bodyPr/>
          <a:lstStyle/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Dashboard: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Summary cards, charts and alerts are calculated by backend queries on the database and never hard-coded.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Clinical Flow: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Appointments, consultation notes, prescriptions and laboratory orders and results stay linked to the same patient.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Money and Beds: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Backend-calculated invoices with partial payments and receipts; admission, transfer and discharge keep beds consistent.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Pharmacy and Reports: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Batch stock with expiry and low-stock alerts, dispensing against prescriptions and date-filtered reports.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Access and Audit: 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Seven roles, in-app notifications and audit logs for logins, payments, lab results and role changes.</a:t>
            </a:r>
          </a:p>
          <a:p>
            <a:pPr marL="0" indent="0" algn="just">
              <a:spcBef>
                <a:spcPct val="60000"/>
              </a:spcBef>
              <a:buNone/>
            </a:pPr>
            <a:r>
              <a:rPr lang="en-US" sz="1400" b="1" i="0" dirty="0">
                <a:solidFill>
                  <a:srgbClr val="002060"/>
                </a:solidFill>
                <a:latin typeface="Times New Roman"/>
                <a:cs typeface="Times New Roman"/>
              </a:rPr>
              <a:t xml:space="preserve">Scope and Limitations:</a:t>
            </a:r>
          </a:p>
          <a:p>
            <a:pPr marL="228600" indent="-228600" algn="just">
              <a:spcBef>
                <a:spcPct val="6000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A prototype with fictional data only; not a production hospital system.</a:t>
            </a:r>
          </a:p>
          <a:p>
            <a:pPr marL="228600" indent="-228600" algn="just">
              <a:spcBef>
                <a:spcPct val="6000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Notifications are in-app only; no email, SMS or payment gateway.</a:t>
            </a:r>
          </a:p>
          <a:p>
            <a:pPr marL="228600" indent="-228600" algn="just">
              <a:spcBef>
                <a:spcPct val="6000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000000"/>
                </a:solidFill>
                <a:latin typeface="Times New Roman"/>
                <a:cs typeface="Times New Roman"/>
              </a:rPr>
              <a:t xml:space="preserve">SQLite limits heavy concurrent writes, so it suits a single-server demo.</a:t>
            </a:r>
          </a:p>
        </p:txBody>
      </p:sp>
      <p:pic>
        <p:nvPicPr>
          <p:cNvPr id="4" name="Picture 3" descr="The seven user roles and their main duti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000" y="1800000"/>
            <a:ext cx="3470000" cy="2060312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950000" y="3890312"/>
            <a:ext cx="3470000" cy="2600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100" i="1">
                <a:solidFill>
                  <a:srgbClr val="002060"/>
                </a:solidFill>
                <a:latin typeface="Times New Roman"/>
              </a:rPr>
              <a:t>Seven roles with backend permissions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0000" y="4300000"/>
            <a:ext cx="1080000" cy="800000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anchor="ctr" lIns="40000" rIns="40000" tIns="20000" bIns="20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Times New Roman"/>
              </a:rPr>
              <a:t>Argon2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password hashing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5000" y="4300000"/>
            <a:ext cx="1080000" cy="800000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anchor="ctr" lIns="40000" rIns="40000" tIns="20000" bIns="20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Times New Roman"/>
              </a:rPr>
              <a:t>JWT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login with expiry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0000" y="4300000"/>
            <a:ext cx="1080000" cy="800000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anchor="ctr" lIns="40000" rIns="40000" tIns="20000" bIns="20000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Times New Roman"/>
              </a:rPr>
              <a:t>401 / 403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backend checks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996751" y="587829"/>
            <a:ext cx="7865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3200" b="1" dirty="0"/>
          </a:p>
        </p:txBody>
      </p:sp>
      <p:sp>
        <p:nvSpPr>
          <p:cNvPr id="20" name="DemoInfo"/>
          <p:cNvSpPr txBox="1"/>
          <p:nvPr/>
        </p:nvSpPr>
        <p:spPr bwMode="auto">
          <a:xfrm>
            <a:off x="1209675" y="1774825"/>
            <a:ext cx="9772650" cy="42799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 wrap="square">
            <a:noAutofit/>
          </a:bodyPr>
          <a:lstStyle/>
          <a:p>
            <a:pPr algn="ctr">
              <a:spcBef>
                <a:spcPct val="80000"/>
              </a:spcBef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MediCore - Hospital Management System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Programming Laboratory Project - 2026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DEMO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API: http://127.0.0.1:8000  |  Swagger docs: http://127.0.0.1:8000/docs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Vite address shown in the terminal, usually http://localhost:5173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 accounts for all seven roles are seeded with fictional data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Stack: React | Vite | FastAPI | SQLAlchemy | SQLite | JWT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Sakethram B S (241901094), B.E. CSE (Cyber Security)</a:t>
            </a:r>
            <a:endParaRPr 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4812</Words>
  <Application>WPS Presentation</Application>
  <PresentationFormat>Widescreen</PresentationFormat>
  <Paragraphs>73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Verdana</vt:lpstr>
      <vt:lpstr>Times New Roman</vt:lpstr>
      <vt:lpstr>Microsoft YaHei</vt:lpstr>
      <vt:lpstr>Arial Unicode MS</vt:lpstr>
      <vt:lpstr>Calibri</vt:lpstr>
      <vt:lpstr>Profile</vt:lpstr>
      <vt:lpstr>PowerPoint 演示文稿</vt:lpstr>
      <vt:lpstr>ABOUT THE PROJECT</vt:lpstr>
      <vt:lpstr>PROBLEM STATEMENT / OBJECTIVE</vt:lpstr>
      <vt:lpstr>TOOLS, TECHNOLOGIES AND IMPLEMENTATION</vt:lpstr>
      <vt:lpstr>PROJECT OUTCOME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DailyFlow - All-in-One Personal Life Organizer</dc:title>
  <dc:creator>Sri Raam P (241901111)</dc:creator>
  <cp:lastModifiedBy>jdyt1</cp:lastModifiedBy>
  <cp:revision>47</cp:revision>
  <dcterms:created xsi:type="dcterms:W3CDTF">2023-08-03T04:32:00Z</dcterms:created>
  <dcterms:modified xsi:type="dcterms:W3CDTF">2026-10-17T03:32:08Z</dcterms:modified>
  <dc:subject>Web Programming Laboratory Project - 2026</dc:subject>
  <dc:description>DailyFlow - BillBell, DateGuard, DoseNote, AquaHabit</dc:descript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B6D7B41FB5244480B2D8C106DA79FB21_13</vt:lpwstr>
  </property>
</Properties>
</file>